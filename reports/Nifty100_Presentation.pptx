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7B828-CF2B-4A44-824E-F333AB19396B}" v="21" dt="2026-06-23T09:04:06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mad Shaik" userId="2a2175c474774d05" providerId="LiveId" clId="{2039324A-9224-42D3-9A3A-C3BDB135C5D2}"/>
    <pc:docChg chg="custSel addSld modSld">
      <pc:chgData name="Hammad Shaik" userId="2a2175c474774d05" providerId="LiveId" clId="{2039324A-9224-42D3-9A3A-C3BDB135C5D2}" dt="2026-06-23T09:04:12.056" v="180" actId="20577"/>
      <pc:docMkLst>
        <pc:docMk/>
      </pc:docMkLst>
      <pc:sldChg chg="modSp mod">
        <pc:chgData name="Hammad Shaik" userId="2a2175c474774d05" providerId="LiveId" clId="{2039324A-9224-42D3-9A3A-C3BDB135C5D2}" dt="2026-06-23T08:57:22.873" v="47" actId="20577"/>
        <pc:sldMkLst>
          <pc:docMk/>
          <pc:sldMk cId="323112541" sldId="256"/>
        </pc:sldMkLst>
        <pc:spChg chg="mod">
          <ac:chgData name="Hammad Shaik" userId="2a2175c474774d05" providerId="LiveId" clId="{2039324A-9224-42D3-9A3A-C3BDB135C5D2}" dt="2026-06-23T08:56:59.096" v="14" actId="255"/>
          <ac:spMkLst>
            <pc:docMk/>
            <pc:sldMk cId="323112541" sldId="256"/>
            <ac:spMk id="2" creationId="{1A619865-7C70-A672-B0F9-4E3C96A35F98}"/>
          </ac:spMkLst>
        </pc:spChg>
        <pc:spChg chg="mod">
          <ac:chgData name="Hammad Shaik" userId="2a2175c474774d05" providerId="LiveId" clId="{2039324A-9224-42D3-9A3A-C3BDB135C5D2}" dt="2026-06-23T08:57:22.873" v="47" actId="20577"/>
          <ac:spMkLst>
            <pc:docMk/>
            <pc:sldMk cId="323112541" sldId="256"/>
            <ac:spMk id="3" creationId="{78705D6A-EF48-C22C-E4E0-8B1C5CD44535}"/>
          </ac:spMkLst>
        </pc:spChg>
      </pc:sldChg>
      <pc:sldChg chg="modSp new mod">
        <pc:chgData name="Hammad Shaik" userId="2a2175c474774d05" providerId="LiveId" clId="{2039324A-9224-42D3-9A3A-C3BDB135C5D2}" dt="2026-06-23T08:58:05.522" v="55" actId="20577"/>
        <pc:sldMkLst>
          <pc:docMk/>
          <pc:sldMk cId="4092170563" sldId="257"/>
        </pc:sldMkLst>
        <pc:spChg chg="mod">
          <ac:chgData name="Hammad Shaik" userId="2a2175c474774d05" providerId="LiveId" clId="{2039324A-9224-42D3-9A3A-C3BDB135C5D2}" dt="2026-06-23T08:57:47.954" v="51" actId="255"/>
          <ac:spMkLst>
            <pc:docMk/>
            <pc:sldMk cId="4092170563" sldId="257"/>
            <ac:spMk id="2" creationId="{15E5B7AB-B0E1-1341-CC28-C837EC930E0B}"/>
          </ac:spMkLst>
        </pc:spChg>
        <pc:spChg chg="mod">
          <ac:chgData name="Hammad Shaik" userId="2a2175c474774d05" providerId="LiveId" clId="{2039324A-9224-42D3-9A3A-C3BDB135C5D2}" dt="2026-06-23T08:58:05.522" v="55" actId="20577"/>
          <ac:spMkLst>
            <pc:docMk/>
            <pc:sldMk cId="4092170563" sldId="257"/>
            <ac:spMk id="3" creationId="{94673A74-C0CF-975C-B7EC-47B162B0BB3D}"/>
          </ac:spMkLst>
        </pc:spChg>
      </pc:sldChg>
      <pc:sldChg chg="modSp new mod">
        <pc:chgData name="Hammad Shaik" userId="2a2175c474774d05" providerId="LiveId" clId="{2039324A-9224-42D3-9A3A-C3BDB135C5D2}" dt="2026-06-23T08:58:41.957" v="62" actId="255"/>
        <pc:sldMkLst>
          <pc:docMk/>
          <pc:sldMk cId="1980803272" sldId="258"/>
        </pc:sldMkLst>
        <pc:spChg chg="mod">
          <ac:chgData name="Hammad Shaik" userId="2a2175c474774d05" providerId="LiveId" clId="{2039324A-9224-42D3-9A3A-C3BDB135C5D2}" dt="2026-06-23T08:58:26.191" v="59" actId="255"/>
          <ac:spMkLst>
            <pc:docMk/>
            <pc:sldMk cId="1980803272" sldId="258"/>
            <ac:spMk id="2" creationId="{F9383A01-9A43-A119-B2DE-0F16BE80DB88}"/>
          </ac:spMkLst>
        </pc:spChg>
        <pc:spChg chg="mod">
          <ac:chgData name="Hammad Shaik" userId="2a2175c474774d05" providerId="LiveId" clId="{2039324A-9224-42D3-9A3A-C3BDB135C5D2}" dt="2026-06-23T08:58:41.957" v="62" actId="255"/>
          <ac:spMkLst>
            <pc:docMk/>
            <pc:sldMk cId="1980803272" sldId="258"/>
            <ac:spMk id="3" creationId="{B820CF5A-3EC5-73E3-4704-7DBD8B5E67F3}"/>
          </ac:spMkLst>
        </pc:spChg>
      </pc:sldChg>
      <pc:sldChg chg="modSp new mod">
        <pc:chgData name="Hammad Shaik" userId="2a2175c474774d05" providerId="LiveId" clId="{2039324A-9224-42D3-9A3A-C3BDB135C5D2}" dt="2026-06-23T08:59:34.672" v="75" actId="120"/>
        <pc:sldMkLst>
          <pc:docMk/>
          <pc:sldMk cId="2066894565" sldId="259"/>
        </pc:sldMkLst>
        <pc:spChg chg="mod">
          <ac:chgData name="Hammad Shaik" userId="2a2175c474774d05" providerId="LiveId" clId="{2039324A-9224-42D3-9A3A-C3BDB135C5D2}" dt="2026-06-23T08:59:09.074" v="68" actId="255"/>
          <ac:spMkLst>
            <pc:docMk/>
            <pc:sldMk cId="2066894565" sldId="259"/>
            <ac:spMk id="2" creationId="{7083216F-A4ED-B0CF-FC3F-1F3D3B15B7C0}"/>
          </ac:spMkLst>
        </pc:spChg>
        <pc:spChg chg="mod">
          <ac:chgData name="Hammad Shaik" userId="2a2175c474774d05" providerId="LiveId" clId="{2039324A-9224-42D3-9A3A-C3BDB135C5D2}" dt="2026-06-23T08:59:34.672" v="75" actId="120"/>
          <ac:spMkLst>
            <pc:docMk/>
            <pc:sldMk cId="2066894565" sldId="259"/>
            <ac:spMk id="3" creationId="{2DE4C595-FEC2-6704-85D1-2AC288508849}"/>
          </ac:spMkLst>
        </pc:spChg>
      </pc:sldChg>
      <pc:sldChg chg="modSp new mod">
        <pc:chgData name="Hammad Shaik" userId="2a2175c474774d05" providerId="LiveId" clId="{2039324A-9224-42D3-9A3A-C3BDB135C5D2}" dt="2026-06-23T09:00:04.502" v="82" actId="27636"/>
        <pc:sldMkLst>
          <pc:docMk/>
          <pc:sldMk cId="745880336" sldId="260"/>
        </pc:sldMkLst>
        <pc:spChg chg="mod">
          <ac:chgData name="Hammad Shaik" userId="2a2175c474774d05" providerId="LiveId" clId="{2039324A-9224-42D3-9A3A-C3BDB135C5D2}" dt="2026-06-23T08:59:52.999" v="79" actId="255"/>
          <ac:spMkLst>
            <pc:docMk/>
            <pc:sldMk cId="745880336" sldId="260"/>
            <ac:spMk id="2" creationId="{DDD34046-8C33-C66D-5341-8B59910E881C}"/>
          </ac:spMkLst>
        </pc:spChg>
        <pc:spChg chg="mod">
          <ac:chgData name="Hammad Shaik" userId="2a2175c474774d05" providerId="LiveId" clId="{2039324A-9224-42D3-9A3A-C3BDB135C5D2}" dt="2026-06-23T09:00:04.502" v="82" actId="27636"/>
          <ac:spMkLst>
            <pc:docMk/>
            <pc:sldMk cId="745880336" sldId="260"/>
            <ac:spMk id="3" creationId="{CBFED0E1-8713-31AD-7DD8-B2A9EE97A445}"/>
          </ac:spMkLst>
        </pc:spChg>
      </pc:sldChg>
      <pc:sldChg chg="addSp delSp modSp new mod">
        <pc:chgData name="Hammad Shaik" userId="2a2175c474774d05" providerId="LiveId" clId="{2039324A-9224-42D3-9A3A-C3BDB135C5D2}" dt="2026-06-23T09:00:57.731" v="87"/>
        <pc:sldMkLst>
          <pc:docMk/>
          <pc:sldMk cId="4227570584" sldId="261"/>
        </pc:sldMkLst>
        <pc:spChg chg="mod">
          <ac:chgData name="Hammad Shaik" userId="2a2175c474774d05" providerId="LiveId" clId="{2039324A-9224-42D3-9A3A-C3BDB135C5D2}" dt="2026-06-23T09:00:49.374" v="86" actId="255"/>
          <ac:spMkLst>
            <pc:docMk/>
            <pc:sldMk cId="4227570584" sldId="261"/>
            <ac:spMk id="2" creationId="{D3B16A17-0FFF-86B1-2DF8-557433AEBB6E}"/>
          </ac:spMkLst>
        </pc:spChg>
        <pc:spChg chg="del">
          <ac:chgData name="Hammad Shaik" userId="2a2175c474774d05" providerId="LiveId" clId="{2039324A-9224-42D3-9A3A-C3BDB135C5D2}" dt="2026-06-23T09:00:57.731" v="87"/>
          <ac:spMkLst>
            <pc:docMk/>
            <pc:sldMk cId="4227570584" sldId="261"/>
            <ac:spMk id="3" creationId="{4E1D9B6F-2F0B-F2FA-58CA-83253C481B8A}"/>
          </ac:spMkLst>
        </pc:spChg>
        <pc:graphicFrameChg chg="add mod">
          <ac:chgData name="Hammad Shaik" userId="2a2175c474774d05" providerId="LiveId" clId="{2039324A-9224-42D3-9A3A-C3BDB135C5D2}" dt="2026-06-23T09:00:57.731" v="87"/>
          <ac:graphicFrameMkLst>
            <pc:docMk/>
            <pc:sldMk cId="4227570584" sldId="261"/>
            <ac:graphicFrameMk id="4" creationId="{190C1858-9C1D-C0F3-8C8A-D68B79A0FCF8}"/>
          </ac:graphicFrameMkLst>
        </pc:graphicFrameChg>
      </pc:sldChg>
      <pc:sldChg chg="modSp new mod">
        <pc:chgData name="Hammad Shaik" userId="2a2175c474774d05" providerId="LiveId" clId="{2039324A-9224-42D3-9A3A-C3BDB135C5D2}" dt="2026-06-23T09:01:39.331" v="94" actId="255"/>
        <pc:sldMkLst>
          <pc:docMk/>
          <pc:sldMk cId="2132669393" sldId="262"/>
        </pc:sldMkLst>
        <pc:spChg chg="mod">
          <ac:chgData name="Hammad Shaik" userId="2a2175c474774d05" providerId="LiveId" clId="{2039324A-9224-42D3-9A3A-C3BDB135C5D2}" dt="2026-06-23T09:01:26.437" v="91" actId="255"/>
          <ac:spMkLst>
            <pc:docMk/>
            <pc:sldMk cId="2132669393" sldId="262"/>
            <ac:spMk id="2" creationId="{184E4974-770C-2C94-840A-3C71D08C4970}"/>
          </ac:spMkLst>
        </pc:spChg>
        <pc:spChg chg="mod">
          <ac:chgData name="Hammad Shaik" userId="2a2175c474774d05" providerId="LiveId" clId="{2039324A-9224-42D3-9A3A-C3BDB135C5D2}" dt="2026-06-23T09:01:39.331" v="94" actId="255"/>
          <ac:spMkLst>
            <pc:docMk/>
            <pc:sldMk cId="2132669393" sldId="262"/>
            <ac:spMk id="3" creationId="{AA93C65D-7D24-C776-A6FB-783EC2049E24}"/>
          </ac:spMkLst>
        </pc:spChg>
      </pc:sldChg>
      <pc:sldChg chg="modSp new mod">
        <pc:chgData name="Hammad Shaik" userId="2a2175c474774d05" providerId="LiveId" clId="{2039324A-9224-42D3-9A3A-C3BDB135C5D2}" dt="2026-06-23T09:02:05.953" v="101" actId="27636"/>
        <pc:sldMkLst>
          <pc:docMk/>
          <pc:sldMk cId="1113879221" sldId="263"/>
        </pc:sldMkLst>
        <pc:spChg chg="mod">
          <ac:chgData name="Hammad Shaik" userId="2a2175c474774d05" providerId="LiveId" clId="{2039324A-9224-42D3-9A3A-C3BDB135C5D2}" dt="2026-06-23T09:01:57.669" v="98" actId="255"/>
          <ac:spMkLst>
            <pc:docMk/>
            <pc:sldMk cId="1113879221" sldId="263"/>
            <ac:spMk id="2" creationId="{8AF76B8E-9719-2132-ECCD-EACCC60A2472}"/>
          </ac:spMkLst>
        </pc:spChg>
        <pc:spChg chg="mod">
          <ac:chgData name="Hammad Shaik" userId="2a2175c474774d05" providerId="LiveId" clId="{2039324A-9224-42D3-9A3A-C3BDB135C5D2}" dt="2026-06-23T09:02:05.953" v="101" actId="27636"/>
          <ac:spMkLst>
            <pc:docMk/>
            <pc:sldMk cId="1113879221" sldId="263"/>
            <ac:spMk id="3" creationId="{5DEE1E78-E4C0-8B23-B176-463DE87A369A}"/>
          </ac:spMkLst>
        </pc:spChg>
      </pc:sldChg>
      <pc:sldChg chg="addSp delSp modSp new mod">
        <pc:chgData name="Hammad Shaik" userId="2a2175c474774d05" providerId="LiveId" clId="{2039324A-9224-42D3-9A3A-C3BDB135C5D2}" dt="2026-06-23T09:02:46.708" v="106" actId="931"/>
        <pc:sldMkLst>
          <pc:docMk/>
          <pc:sldMk cId="108327839" sldId="264"/>
        </pc:sldMkLst>
        <pc:spChg chg="mod">
          <ac:chgData name="Hammad Shaik" userId="2a2175c474774d05" providerId="LiveId" clId="{2039324A-9224-42D3-9A3A-C3BDB135C5D2}" dt="2026-06-23T09:02:33.835" v="105" actId="255"/>
          <ac:spMkLst>
            <pc:docMk/>
            <pc:sldMk cId="108327839" sldId="264"/>
            <ac:spMk id="2" creationId="{43B9E65D-AC5A-1B69-53B0-77F4788E1F46}"/>
          </ac:spMkLst>
        </pc:spChg>
        <pc:spChg chg="del">
          <ac:chgData name="Hammad Shaik" userId="2a2175c474774d05" providerId="LiveId" clId="{2039324A-9224-42D3-9A3A-C3BDB135C5D2}" dt="2026-06-23T09:02:46.708" v="106" actId="931"/>
          <ac:spMkLst>
            <pc:docMk/>
            <pc:sldMk cId="108327839" sldId="264"/>
            <ac:spMk id="3" creationId="{2AEFF59A-0F00-321E-42C2-F42E8DB6612F}"/>
          </ac:spMkLst>
        </pc:spChg>
        <pc:picChg chg="add mod ord">
          <ac:chgData name="Hammad Shaik" userId="2a2175c474774d05" providerId="LiveId" clId="{2039324A-9224-42D3-9A3A-C3BDB135C5D2}" dt="2026-06-23T09:02:46.708" v="106" actId="931"/>
          <ac:picMkLst>
            <pc:docMk/>
            <pc:sldMk cId="108327839" sldId="264"/>
            <ac:picMk id="5" creationId="{BAFFE289-6C61-AC05-407D-767CC00333E7}"/>
          </ac:picMkLst>
        </pc:picChg>
      </pc:sldChg>
      <pc:sldChg chg="addSp delSp modSp new mod">
        <pc:chgData name="Hammad Shaik" userId="2a2175c474774d05" providerId="LiveId" clId="{2039324A-9224-42D3-9A3A-C3BDB135C5D2}" dt="2026-06-23T09:03:13.425" v="111" actId="931"/>
        <pc:sldMkLst>
          <pc:docMk/>
          <pc:sldMk cId="2184568100" sldId="265"/>
        </pc:sldMkLst>
        <pc:spChg chg="mod">
          <ac:chgData name="Hammad Shaik" userId="2a2175c474774d05" providerId="LiveId" clId="{2039324A-9224-42D3-9A3A-C3BDB135C5D2}" dt="2026-06-23T09:03:06.422" v="110" actId="255"/>
          <ac:spMkLst>
            <pc:docMk/>
            <pc:sldMk cId="2184568100" sldId="265"/>
            <ac:spMk id="2" creationId="{8E9671DD-C988-8E10-EF1A-106C8E484BB6}"/>
          </ac:spMkLst>
        </pc:spChg>
        <pc:spChg chg="del">
          <ac:chgData name="Hammad Shaik" userId="2a2175c474774d05" providerId="LiveId" clId="{2039324A-9224-42D3-9A3A-C3BDB135C5D2}" dt="2026-06-23T09:03:13.425" v="111" actId="931"/>
          <ac:spMkLst>
            <pc:docMk/>
            <pc:sldMk cId="2184568100" sldId="265"/>
            <ac:spMk id="3" creationId="{8D01EA41-B5E2-DECE-58F3-C86039C03A08}"/>
          </ac:spMkLst>
        </pc:spChg>
        <pc:picChg chg="add mod ord">
          <ac:chgData name="Hammad Shaik" userId="2a2175c474774d05" providerId="LiveId" clId="{2039324A-9224-42D3-9A3A-C3BDB135C5D2}" dt="2026-06-23T09:03:13.425" v="111" actId="931"/>
          <ac:picMkLst>
            <pc:docMk/>
            <pc:sldMk cId="2184568100" sldId="265"/>
            <ac:picMk id="5" creationId="{06F3B3DE-E07B-5AAB-6B20-06BF4452EC8D}"/>
          </ac:picMkLst>
        </pc:picChg>
      </pc:sldChg>
      <pc:sldChg chg="addSp delSp modSp new mod">
        <pc:chgData name="Hammad Shaik" userId="2a2175c474774d05" providerId="LiveId" clId="{2039324A-9224-42D3-9A3A-C3BDB135C5D2}" dt="2026-06-23T09:03:37.144" v="116" actId="931"/>
        <pc:sldMkLst>
          <pc:docMk/>
          <pc:sldMk cId="2923461522" sldId="266"/>
        </pc:sldMkLst>
        <pc:spChg chg="mod">
          <ac:chgData name="Hammad Shaik" userId="2a2175c474774d05" providerId="LiveId" clId="{2039324A-9224-42D3-9A3A-C3BDB135C5D2}" dt="2026-06-23T09:03:31.270" v="115" actId="255"/>
          <ac:spMkLst>
            <pc:docMk/>
            <pc:sldMk cId="2923461522" sldId="266"/>
            <ac:spMk id="2" creationId="{EF69E12B-37F4-1D40-77AF-DC5DAFC119CD}"/>
          </ac:spMkLst>
        </pc:spChg>
        <pc:spChg chg="del">
          <ac:chgData name="Hammad Shaik" userId="2a2175c474774d05" providerId="LiveId" clId="{2039324A-9224-42D3-9A3A-C3BDB135C5D2}" dt="2026-06-23T09:03:37.144" v="116" actId="931"/>
          <ac:spMkLst>
            <pc:docMk/>
            <pc:sldMk cId="2923461522" sldId="266"/>
            <ac:spMk id="3" creationId="{A3BBC33C-3E9B-EC02-2E19-5933B20ECE0E}"/>
          </ac:spMkLst>
        </pc:spChg>
        <pc:picChg chg="add mod ord">
          <ac:chgData name="Hammad Shaik" userId="2a2175c474774d05" providerId="LiveId" clId="{2039324A-9224-42D3-9A3A-C3BDB135C5D2}" dt="2026-06-23T09:03:37.144" v="116" actId="931"/>
          <ac:picMkLst>
            <pc:docMk/>
            <pc:sldMk cId="2923461522" sldId="266"/>
            <ac:picMk id="5" creationId="{71905A3E-3208-F28A-338A-5628DC88DE9C}"/>
          </ac:picMkLst>
        </pc:picChg>
      </pc:sldChg>
      <pc:sldChg chg="modSp new mod">
        <pc:chgData name="Hammad Shaik" userId="2a2175c474774d05" providerId="LiveId" clId="{2039324A-9224-42D3-9A3A-C3BDB135C5D2}" dt="2026-06-23T09:04:12.056" v="180" actId="20577"/>
        <pc:sldMkLst>
          <pc:docMk/>
          <pc:sldMk cId="3356172834" sldId="267"/>
        </pc:sldMkLst>
        <pc:spChg chg="mod">
          <ac:chgData name="Hammad Shaik" userId="2a2175c474774d05" providerId="LiveId" clId="{2039324A-9224-42D3-9A3A-C3BDB135C5D2}" dt="2026-06-23T09:03:58.016" v="122" actId="255"/>
          <ac:spMkLst>
            <pc:docMk/>
            <pc:sldMk cId="3356172834" sldId="267"/>
            <ac:spMk id="2" creationId="{0D0A975D-A834-698F-8B5A-542268328FE5}"/>
          </ac:spMkLst>
        </pc:spChg>
        <pc:spChg chg="mod">
          <ac:chgData name="Hammad Shaik" userId="2a2175c474774d05" providerId="LiveId" clId="{2039324A-9224-42D3-9A3A-C3BDB135C5D2}" dt="2026-06-23T09:04:12.056" v="180" actId="20577"/>
          <ac:spMkLst>
            <pc:docMk/>
            <pc:sldMk cId="3356172834" sldId="267"/>
            <ac:spMk id="3" creationId="{59843DDF-B63A-F722-5A82-318F743B81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239D-BEA9-2FD9-0922-B8C436EC3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914EF-B294-2A5B-1155-7DE2CD728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E1B43-875C-A345-D40D-E160337C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ECA37-DC4A-5EA8-ED76-CEFDB6D6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7D2C6-8B38-85A9-A669-CD00BCCC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59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B764-37F1-9BA0-131C-23F40B4F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AED2-A83B-D33D-DD7B-D05A2E2F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AC0EE-33CB-6E5B-268E-D66E8D5E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2536-9A73-D895-1F6F-B985503B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FDD8A-216B-98AE-DE2B-6BC04617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0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55E7-8D04-9012-D04F-DF08BBC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1C469-D0A7-EC13-A311-1B86B8A2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992A2-E546-C26C-327F-2ECC095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79199-1F30-2FF9-DE8F-16AD0977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E404A-FCA3-A95D-FF14-A52CC5F2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9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4EC7-DD38-5A74-DAA7-80A5A632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722B-E786-D5A6-E401-ED42347BE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9B6F5-A0C0-0EB9-9753-04521A62D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4732D-3EE9-E447-2438-D332B091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25AC-3629-D7E5-B014-FD01543C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E881E-D682-4EFC-0D5E-A853756A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76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0466-31AB-7921-E0A9-8843F687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EDF05-845E-A360-374D-965812505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1036D-5C38-066B-5AA8-3A586BEA6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F1E06-109D-6627-6686-2C27607E2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CD1B3-43B4-4BE0-EE69-A472C2BB5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05E82-D650-9B74-4D63-F5CEFC3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4148A-4EE4-10EB-2349-80562320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FA917-BADB-13A0-B250-92B456F2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3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3DEE-AD0C-F1CA-2F92-A9409ADA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9FE24-1DD4-324F-247E-CD06B0BB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6EE64-EE74-7FCF-5739-F84093A1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9E003-320E-452A-1026-43ADDAED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5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3DC67-BADC-9F4B-A3BE-79024030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D4CBE-0B7F-C6E0-8195-A7DE0950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D08E9-5D48-58B8-51F4-3E7E1530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45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22B0-6BD2-70E5-71A5-816F1BD9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A55A9-6BD7-8267-2C5B-A78187DC1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7DA4A-50F4-A074-8ABE-76BAAA4C0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D96F4-31E6-CD0A-439D-1988C1FF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6C708-2903-7847-8B61-B3B4E1D3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06008-2C3F-A056-62CE-84D82687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27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9FF4-C16F-5753-4869-3A98C11DE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04EF3-2BB6-54FE-5B1C-551450476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38AC-CD02-B79A-146D-0240E9676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955FE-65A4-7659-38DC-2D38805E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B6F62-2B9F-E5AF-1CE0-350A7FB9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B9A90-0F29-7FE5-D244-DA894D93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1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53C6-8B6C-E214-2BAC-40F4E0F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3A433-AA07-C53A-A6A8-440D12127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7A8A2-5BFF-DF7E-BCEB-74792F29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7290-6039-4DAC-2E56-A631B1A2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932A0-BAC6-0FF4-A243-211C9277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06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CBC17-DA8C-4D7C-6940-E1C888BB8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ACBC7-5861-6E5E-D37F-93EFEFC30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B041B-66D0-BAF9-A3BA-6E82C292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F792A-E670-4DA4-AD95-43B38D76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3B0CF-5826-6DA9-2146-6D86EDC9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9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F7E0A-C627-4F86-41EB-5B7945F2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6B75C-EFB3-3FAD-7024-AFAEF8247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094C4-EE23-FC8C-CFAC-DBB88E4A9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8239E-8E2C-4C70-9310-3B72FECEE93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16828-2E90-63C1-B4C5-6A3AA9DF8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801FE-60F3-AC50-2A7D-EABEE6CA9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C20A2-D395-4CF4-A78C-4FD2FA68D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46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9865-7C70-A672-B0F9-4E3C96A35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Nifty100 Financial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05D6A-EF48-C22C-E4E0-8B1C5CD44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</a:t>
            </a:r>
          </a:p>
          <a:p>
            <a:r>
              <a:rPr lang="en-US" dirty="0"/>
              <a:t>Vali Shaik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1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B7AB-B0E1-1341-CC28-C837EC93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3A74-C0CF-975C-B7EC-47B162B0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Financial data is spread across multiple datasets.</a:t>
            </a:r>
          </a:p>
          <a:p>
            <a:pPr marL="0" indent="0">
              <a:buNone/>
            </a:pPr>
            <a:r>
              <a:rPr lang="en-US" sz="2400" dirty="0"/>
              <a:t>A centralized solution is required to:</a:t>
            </a:r>
          </a:p>
          <a:p>
            <a:pPr marL="0" indent="0">
              <a:buNone/>
            </a:pPr>
            <a:r>
              <a:rPr lang="en-US" sz="2400" dirty="0"/>
              <a:t>• Store data</a:t>
            </a:r>
          </a:p>
          <a:p>
            <a:pPr marL="0" indent="0">
              <a:buNone/>
            </a:pPr>
            <a:r>
              <a:rPr lang="en-US" sz="2400" dirty="0"/>
              <a:t>• Validate quality</a:t>
            </a:r>
          </a:p>
          <a:p>
            <a:pPr marL="0" indent="0">
              <a:buNone/>
            </a:pPr>
            <a:r>
              <a:rPr lang="en-US" sz="2400" dirty="0"/>
              <a:t>• Analyze performance</a:t>
            </a:r>
          </a:p>
          <a:p>
            <a:pPr marL="0" indent="0">
              <a:buNone/>
            </a:pPr>
            <a:r>
              <a:rPr lang="en-US" sz="2400" dirty="0"/>
              <a:t>• Generate insights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9217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3A01-9A43-A119-B2DE-0F16BE80D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F5A-3EC5-73E3-4704-7DBD8B5E6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• Build SQLite database</a:t>
            </a:r>
          </a:p>
          <a:p>
            <a:pPr marL="0" indent="0">
              <a:buNone/>
            </a:pPr>
            <a:r>
              <a:rPr lang="en-IN" sz="2400" dirty="0"/>
              <a:t>• Load and validate datasets</a:t>
            </a:r>
          </a:p>
          <a:p>
            <a:pPr marL="0" indent="0">
              <a:buNone/>
            </a:pPr>
            <a:r>
              <a:rPr lang="en-IN" sz="2400" dirty="0"/>
              <a:t>• Perform SQL analytics</a:t>
            </a:r>
          </a:p>
          <a:p>
            <a:pPr marL="0" indent="0">
              <a:buNone/>
            </a:pPr>
            <a:r>
              <a:rPr lang="en-IN" sz="2400" dirty="0"/>
              <a:t>• Develop Power BI dashboard</a:t>
            </a:r>
          </a:p>
          <a:p>
            <a:pPr marL="0" indent="0">
              <a:buNone/>
            </a:pPr>
            <a:r>
              <a:rPr lang="en-IN" sz="2400" dirty="0"/>
              <a:t>• Generate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98080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216F-A4ED-B0CF-FC3F-1F3D3B15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4C595-FEC2-6704-85D1-2AC28850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Companies</a:t>
            </a:r>
          </a:p>
          <a:p>
            <a:pPr marL="0" indent="0">
              <a:buNone/>
            </a:pPr>
            <a:r>
              <a:rPr lang="en-US" sz="2400" dirty="0"/>
              <a:t>Profit &amp; Loss</a:t>
            </a:r>
          </a:p>
          <a:p>
            <a:pPr marL="0" indent="0">
              <a:buNone/>
            </a:pPr>
            <a:r>
              <a:rPr lang="en-US" sz="2400" dirty="0"/>
              <a:t>Balance Sheet</a:t>
            </a:r>
          </a:p>
          <a:p>
            <a:pPr marL="0" indent="0">
              <a:buNone/>
            </a:pPr>
            <a:r>
              <a:rPr lang="en-US" sz="2400" dirty="0"/>
              <a:t>Cash Flow</a:t>
            </a:r>
          </a:p>
          <a:p>
            <a:pPr marL="0" indent="0">
              <a:buNone/>
            </a:pPr>
            <a:r>
              <a:rPr lang="en-US" sz="2400" dirty="0"/>
              <a:t>Documents</a:t>
            </a:r>
          </a:p>
          <a:p>
            <a:pPr marL="0" indent="0">
              <a:buNone/>
            </a:pPr>
            <a:r>
              <a:rPr lang="en-US" sz="2400" dirty="0"/>
              <a:t>Stock Prices</a:t>
            </a:r>
          </a:p>
          <a:p>
            <a:pPr marL="0" indent="0">
              <a:buNone/>
            </a:pPr>
            <a:r>
              <a:rPr lang="en-US" sz="2400" dirty="0"/>
              <a:t>Market Cap</a:t>
            </a:r>
          </a:p>
          <a:p>
            <a:pPr marL="0" indent="0">
              <a:buNone/>
            </a:pPr>
            <a:r>
              <a:rPr lang="en-US" sz="2400" dirty="0"/>
              <a:t>Sectors</a:t>
            </a:r>
          </a:p>
          <a:p>
            <a:pPr marL="0" indent="0">
              <a:buNone/>
            </a:pPr>
            <a:r>
              <a:rPr lang="en-US" sz="2400" dirty="0"/>
              <a:t>Peer Groups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68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4046-8C33-C66D-5341-8B59910E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ETL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D0E1-8713-31AD-7DD8-B2A9EE97A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Excel Files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Data Validation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Normalization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SQLite Database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SQL Analytics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74588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6A17-0FFF-86B1-2DF8-557433AE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Database Statistics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0C1858-9C1D-C0F3-8C8A-D68B79A0FC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351367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4062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24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40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 &amp;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01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 Sheet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945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4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1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Stock Prices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52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 Cap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270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38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Peer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44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57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4974-770C-2C94-840A-3C71D08C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Data Quality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C65D-7D24-C776-A6FB-783EC2049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Primary Key Validation</a:t>
            </a:r>
          </a:p>
          <a:p>
            <a:pPr marL="0" indent="0">
              <a:buNone/>
            </a:pPr>
            <a:r>
              <a:rPr lang="en-US" sz="2400" dirty="0"/>
              <a:t>• Company-Year Validation</a:t>
            </a:r>
          </a:p>
          <a:p>
            <a:pPr marL="0" indent="0">
              <a:buNone/>
            </a:pPr>
            <a:r>
              <a:rPr lang="en-US" sz="2400" dirty="0"/>
              <a:t>• Foreign Key Validation</a:t>
            </a:r>
          </a:p>
          <a:p>
            <a:pPr marL="0" indent="0">
              <a:buNone/>
            </a:pPr>
            <a:r>
              <a:rPr lang="en-US" sz="2400" dirty="0"/>
              <a:t>• Balance Sheet Validation</a:t>
            </a:r>
          </a:p>
          <a:p>
            <a:pPr marL="0" indent="0">
              <a:buNone/>
            </a:pPr>
            <a:r>
              <a:rPr lang="en-US" sz="2400" dirty="0"/>
              <a:t>• OPM Validation</a:t>
            </a:r>
          </a:p>
          <a:p>
            <a:pPr marL="0" indent="0">
              <a:buNone/>
            </a:pPr>
            <a:r>
              <a:rPr lang="en-US" sz="2400" dirty="0"/>
              <a:t>• Sales Validation</a:t>
            </a:r>
          </a:p>
          <a:p>
            <a:pPr marL="0" indent="0">
              <a:buNone/>
            </a:pPr>
            <a:r>
              <a:rPr lang="en-US" sz="2400" dirty="0"/>
              <a:t>• Cash Flow Validation</a:t>
            </a:r>
          </a:p>
          <a:p>
            <a:pPr marL="0" indent="0">
              <a:buNone/>
            </a:pPr>
            <a:r>
              <a:rPr lang="en-US" sz="2400" dirty="0"/>
              <a:t>• URL Validation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3266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6B8E-9719-2132-ECCD-EACCC60A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E1E78-E4C0-8B23-B176-463DE87A3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Top ROE Company:</a:t>
            </a:r>
          </a:p>
          <a:p>
            <a:pPr marL="0" indent="0">
              <a:buNone/>
            </a:pPr>
            <a:r>
              <a:rPr lang="en-US" dirty="0"/>
              <a:t>Nestle India Ltd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 ROCE Company:</a:t>
            </a:r>
          </a:p>
          <a:p>
            <a:pPr marL="0" indent="0">
              <a:buNone/>
            </a:pPr>
            <a:r>
              <a:rPr lang="en-US" dirty="0"/>
              <a:t>Nestle India Ltd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Best Performing Sector:</a:t>
            </a:r>
          </a:p>
          <a:p>
            <a:pPr marL="0" indent="0">
              <a:buNone/>
            </a:pPr>
            <a:r>
              <a:rPr lang="en-US" dirty="0"/>
              <a:t>Consumer Staples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Largest Sector:</a:t>
            </a:r>
          </a:p>
          <a:p>
            <a:pPr marL="0" indent="0">
              <a:buNone/>
            </a:pPr>
            <a:r>
              <a:rPr lang="en-US" dirty="0"/>
              <a:t>Financials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87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E65D-AC5A-1B69-53B0-77F4788E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Company Performance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FFE289-6C61-AC05-407D-767CC0033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33" y="1825625"/>
            <a:ext cx="88883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71DD-C988-8E10-EF1A-106C8E48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Sector Analysis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F3B3DE-E07B-5AAB-6B20-06BF4452E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63" y="1825625"/>
            <a:ext cx="88996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6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E12B-37F4-1D40-77AF-DC5DAFC1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Market Capitalization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05A3E-3208-F28A-338A-5628DC88D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35" y="1825625"/>
            <a:ext cx="89473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6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975D-A834-698F-8B5A-54226832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3DDF-B63A-F722-5A82-318F743B8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Successfully built an end-to-end financial analytics platform using Python, SQLite, SQL and Power BI.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                                                      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17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215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Nifty100 Financial Analytics Dashboard</vt:lpstr>
      <vt:lpstr>Problem Statement</vt:lpstr>
      <vt:lpstr>Project Objectives</vt:lpstr>
      <vt:lpstr>Datasets Used</vt:lpstr>
      <vt:lpstr>ETL Pipeline</vt:lpstr>
      <vt:lpstr>Database Statistics</vt:lpstr>
      <vt:lpstr>Data Quality Checks</vt:lpstr>
      <vt:lpstr>Key Findings</vt:lpstr>
      <vt:lpstr>Company Performance Dashboard</vt:lpstr>
      <vt:lpstr>Sector Analysis Dashboard</vt:lpstr>
      <vt:lpstr>Market Capitalization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Hammad Shaik</dc:creator>
  <cp:lastModifiedBy>Hammad Shaik</cp:lastModifiedBy>
  <cp:revision>1</cp:revision>
  <dcterms:created xsi:type="dcterms:W3CDTF">2026-06-23T08:53:55Z</dcterms:created>
  <dcterms:modified xsi:type="dcterms:W3CDTF">2026-06-23T09:04:20Z</dcterms:modified>
</cp:coreProperties>
</file>